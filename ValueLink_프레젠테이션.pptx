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ValueLink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평가 플랫폼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F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진정한 가치를 발견하다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개요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투자 평가 플랫폼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투자 가치를 정량적, 정성적으로 분석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평가 방법론 제공 (DCF, 시뮬레이션, 비교분석)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협업 시스템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투자자, 창업가, 회계사의 협력을 통한 신뢰할 수 있는 평가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1: 가치평가 엔진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34747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 분석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 기반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평가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560320" cy="34747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비교분석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사례 기반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평가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560320" cy="34747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분석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2: Deal 분석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 Deal Tracking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뉴스 자동 수집 및 분석
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 Flow Analysis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투자자, 투자금, 시간의 3차원 분석
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Intelligence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동향과 경쟁사 분석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3: AI 기반 인사이트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Q&amp;A 시스템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관련 질문에 AI가 즉시 답변
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Automated Analysis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개의 데이터 포인트 자동 분석
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Assessment
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위험 요소 자동 식별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18, Next.js 14, TypeScript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Node.js, Supabase, PostgreSQL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34747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API, OpenAI, LangChain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DevOps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4663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Vercel, GitHub Actions, Docker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통계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737360" cy="2286000"/>
          </a:xfrm>
          <a:prstGeom prst="rect">
            <a:avLst>
              <a:gd name="adj" fmla="val 526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 Completed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737360" cy="2286000"/>
          </a:xfrm>
          <a:prstGeom prst="rect">
            <a:avLst>
              <a:gd name="adj" fmla="val 5263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Files Generated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737360" cy="2286000"/>
          </a:xfrm>
          <a:prstGeom prst="rect">
            <a:avLst>
              <a:gd name="adj" fmla="val 5263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Development Stages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1737360" cy="2286000"/>
          </a:xfrm>
          <a:prstGeom prst="rect">
            <a:avLst>
              <a:gd name="adj" fmla="val 5263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45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Coverage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투자의 과학화를 시작하세요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ValueLink와 함께 기업의 진정한 가치를 발견하세요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www.valuelink.ai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2026-02-25T16:36:29Z</dcterms:created>
  <dcterms:modified xsi:type="dcterms:W3CDTF">2026-02-25T16:36:29Z</dcterms:modified>
</cp:coreProperties>
</file>