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ValueLink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기업가치평가 플랫폼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0" y="1920240"/>
            <a:ext cx="457200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377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서비스: Valuation (기업가치평가)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45920" y="2971800"/>
            <a:ext cx="5943600" cy="1005840"/>
          </a:xfrm>
          <a:prstGeom prst="rect">
            <a:avLst>
              <a:gd name="adj" fmla="val 9091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30632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자동화 시스템 구현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34290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48시간 내 작성 완료</a:t>
            </a:r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|  </a:t>
            </a:r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💰 기존 비용의 절반 이하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42062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5가지 평가법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920240" y="457200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DCF 평가법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상대가치 평가법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본질가치 평가법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자산가치 평가법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상증세법 평가법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5943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부대 서비스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635508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Link (평가 완료 기업과 투자자·서포터 연결)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Deals (최신 벤처 투자 뉴스 수집 및 제공)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2026-02-25T07:17:55Z</dcterms:created>
  <dcterms:modified xsi:type="dcterms:W3CDTF">2026-02-25T07:17:55Z</dcterms:modified>
</cp:coreProperties>
</file>