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Relationship Id="rId4" Type="http://schemas.openxmlformats.org/officeDocument/2006/relationships/image" Target="../media/image1.jpg" /></Relationships>
</file>

<file path=ppt/slides/slide1.xml><?xml version="1.0" encoding="utf-8"?>
<sld xmlns="http://schemas.openxmlformats.org/presentationml/2006/main" xmlns:a="http://schemas.openxmlformats.org/drawingml/2006/main" xmlns:r="http://schemas.openxmlformats.org/officeDocument/2006/relationships">
  <cSld name="Slide 1">
    <bg>
      <bgPr>
        <a:solidFill>
          <a:srgbClr val="FFFFFF"/>
        </a:solidFill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Text 0"/>
          <cNvSpPr/>
          <nvPr/>
        </nvSpPr>
        <spPr>
          <a:xfrm>
            <a:off x="914400" y="640080"/>
            <a:ext cx="7315200" cy="64008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ValueLink</a:t>
            </a:r>
            <a:endParaRPr lang="en-US" sz="4200" dirty="0"/>
          </a:p>
        </txBody>
      </sp>
      <sp>
        <nvSpPr>
          <cNvPr id="3" name="Text 1"/>
          <cNvSpPr/>
          <nvPr/>
        </nvSpPr>
        <spPr>
          <a:xfrm>
            <a:off x="914400" y="1371600"/>
            <a:ext cx="7315200" cy="36576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기업가치평가 플랫폼</a:t>
            </a:r>
            <a:endParaRPr lang="en-US" sz="1800" dirty="0"/>
          </a:p>
        </txBody>
      </sp>
      <sp>
        <nvSpPr>
          <cNvPr id="4" name="Shape 2"/>
          <cNvSpPr/>
          <nvPr/>
        </nvSpPr>
        <spPr>
          <a:xfrm>
            <a:off x="2286000" y="1920240"/>
            <a:ext cx="4572000" cy="27432"/>
          </a:xfrm>
          <a:prstGeom prst="rect">
            <a:avLst/>
          </a:prstGeom>
          <a:solidFill>
            <a:srgbClr val="CBD5E1"/>
          </a:solidFill>
          <a:ln/>
        </spPr>
      </sp>
      <sp>
        <nvSpPr>
          <cNvPr id="5" name="Text 3"/>
          <cNvSpPr/>
          <nvPr/>
        </nvSpPr>
        <spPr>
          <a:xfrm>
            <a:off x="1371600" y="2377440"/>
            <a:ext cx="6400800" cy="45720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서비스: Valuation (기업가치평가)</a:t>
            </a:r>
            <a:endParaRPr lang="en-US" sz="2000" dirty="0"/>
          </a:p>
        </txBody>
      </sp>
      <sp>
        <nvSpPr>
          <cNvPr id="6" name="Shape 4"/>
          <cNvSpPr/>
          <nvPr/>
        </nvSpPr>
        <spPr>
          <a:xfrm>
            <a:off x="1645920" y="2971800"/>
            <a:ext cx="5943600" cy="100584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spPr>
      </sp>
      <sp>
        <nvSpPr>
          <cNvPr id="7" name="Text 5"/>
          <cNvSpPr/>
          <nvPr/>
        </nvSpPr>
        <spPr>
          <a:xfrm>
            <a:off x="1645920" y="3063240"/>
            <a:ext cx="5943600" cy="32004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자동화 시스템 구현</a:t>
            </a:r>
            <a:endParaRPr lang="en-US" sz="1400" dirty="0"/>
          </a:p>
        </txBody>
      </sp>
      <sp>
        <nvSpPr>
          <cNvPr id="8" name="Text 6"/>
          <cNvSpPr/>
          <nvPr/>
        </nvSpPr>
        <spPr>
          <a:xfrm>
            <a:off x="1645920" y="3429000"/>
            <a:ext cx="5943600" cy="36576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48시간 내 작성 완료</a:t>
            </a:r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|  </a:t>
            </a:r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기존 비용의 절반 이하</a:t>
            </a:r>
            <a:endParaRPr lang="en-US" sz="1600" dirty="0"/>
          </a:p>
        </txBody>
      </sp>
      <sp>
        <nvSpPr>
          <cNvPr id="9" name="Text 7"/>
          <cNvSpPr/>
          <nvPr/>
        </nvSpPr>
        <spPr>
          <a:xfrm>
            <a:off x="1645920" y="4206240"/>
            <a:ext cx="5943600" cy="32004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5가지 평가법</a:t>
            </a:r>
            <a:endParaRPr lang="en-US" sz="1500" dirty="0"/>
          </a:p>
        </txBody>
      </sp>
      <sp>
        <nvSpPr>
          <cNvPr id="10" name="Text 8"/>
          <cNvSpPr/>
          <nvPr/>
        </nvSpPr>
        <spPr>
          <a:xfrm>
            <a:off x="1920240" y="4572000"/>
            <a:ext cx="5669280" cy="118872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DCF 평가법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상대가치 평가법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본질가치 평가법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자산가치 평가법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상증세법 평가법</a:t>
            </a:r>
            <a:endParaRPr lang="en-US" sz="1400" dirty="0"/>
          </a:p>
        </txBody>
      </sp>
      <sp>
        <nvSpPr>
          <cNvPr id="11" name="Text 9"/>
          <cNvSpPr/>
          <nvPr/>
        </nvSpPr>
        <spPr>
          <a:xfrm>
            <a:off x="1371600" y="5943600"/>
            <a:ext cx="6400800" cy="36576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부대 서비스</a:t>
            </a:r>
            <a:endParaRPr lang="en-US" sz="1800" dirty="0"/>
          </a:p>
        </txBody>
      </sp>
      <sp>
        <nvSpPr>
          <cNvPr id="12" name="Text 10"/>
          <cNvSpPr/>
          <nvPr/>
        </nvSpPr>
        <spPr>
          <a:xfrm>
            <a:off x="1645920" y="6355080"/>
            <a:ext cx="5943600" cy="777240"/>
          </a:xfrm>
          <a:prstGeom prst="rect">
            <a:avLst/>
          </a:prstGeom>
          <a:noFill/>
          <a:ln/>
        </spPr>
        <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Link (평가 완료 기업과 투자자·서포터 연결)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Deals (최신 벤처 투자 뉴스 수집 및 제공)</a:t>
            </a:r>
            <a:endParaRPr lang="en-US" sz="1300" dirty="0"/>
          </a:p>
        </txBody>
      </sp>
      <pic>
        <nvPicPr>
          <cNvPr id="2" name="Screenshot"/>
          <cNvPicPr/>
        </nvPicPr>
        <blipFill>
          <a:blip r:embed="rId4"/>
          <a:stretch>
            <a:fillRect/>
          </a:stretch>
        </blipFill>
        <spPr>
          <a:xfrm>
            <a:off x="914400" y="4572000"/>
            <a:ext cx="7772400" cy="4635000"/>
          </a:xfrm>
          <a:prstGeom prst="rect">
            <a:avLst/>
          </a:prstGeom>
        </spPr>
      </pic>
    </spTree>
  </cSld>
  <clrMapOvr>
    <a:masterClrMapping/>
  </clrMapOvr>
</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2026-02-25T07:17:55Z</dcterms:created>
  <dcterms:modified xsi:type="dcterms:W3CDTF">2026-02-25T07:17:55Z</dcterms:modified>
</cp:coreProperties>
</file>